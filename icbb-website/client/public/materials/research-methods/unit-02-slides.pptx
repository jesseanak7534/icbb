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2: The Research Problem, Questions and Objectives
Duration: 90 minutes
Objectives:
- Write a problem statement that establishes magnitude, consequence and gap
- Convert a broad topic into a focused, answerable research question
- Apply FINER and PICO to test whether a question is worth asking
- Distinguish aims, objectives, research questions and hypotheses
- Draw a conceptual framework linking your key variables or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The test of a finished question is that it dictates the analysis. If two people would analyse your data differently, the question is not specific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Map every objective to the specific analysis that will answer it before submitting the proposal. An unanswerable objective costs nothing to fix now and a chapter of trouble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2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Research Problem, Questions and Objectives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How to move from a broad interest to a question that is specific enough to answer, and how aims, objectives, hypotheses and conceptual frameworks fit together.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Write a problem statement that establishes magnitude, consequence and gap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Convert a broad topic into a focused, answerable research question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Apply FINER and PICO to test whether a question is worth asking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Distinguish aims, objectives, research questions and hypotheses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Draw a conceptual framework linking your key variables or concepts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problem statement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 problem statement answers four things in order: what is the problem, how big is it, what follows if it is not addressed, and what is not yet known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Magnitude needs evidence — prevalence, incidence, cost, or documented reports, each cited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 gap is the pivot of the whole proposal: it must be a gap in knowledge, not merely a gap in your own reading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problem statement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 gap can be empirical (nobody has measured this), methodological (measured badly), theoretical (no adequate explanation) or contextual (established elsewhere but never tested here)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Contextual gaps are legitimate and are often the strongest basis for research in Ghana and across Africa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"No study has been done in my district" is only a gap if there is reason to expect the local answer might differ. Say why it might — different health system, different exposure, different population structure.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From topic to question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Narrow along four axes: population, concept or exposure, outcome, and setting or time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"Malaria in children" is a topic; "Does distance to a health facility predict delayed treatment for malaria in under-fives in the Upper East Region?" is a question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 good question is answerable with the data and time you actually have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If you cannot name the analysis that would answer it, the question is not yet specific enough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From topic to question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Quantitative questions specify variables and their relationship; qualitative questions specify experience, process or meaning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Testing the question: FINER and PICO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FINER — Feasible, Interesting, Novel, Ethical, Relevant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Feasibility is the most commonly overlooked: participants, time, funding, skills and access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PICO structures comparative quantitative questions: Population, Intervention or exposure, Comparison, Outcome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Add T for timeframe (PICOT) when duration matters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For qualitative work, SPIDER is a better fit: Sample, Phenomenon of Interest, Design, Evaluation, Research type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Framing the same topic three ways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Element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Quantitative (PICO)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Qualitative (SPIDER)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Who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Under-fives with confirmed malaria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Caregivers of under-fives treated for malaria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What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Distance greater than 5 km to facility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Experience of seeking and delaying care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Compared with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Distance of 5 km or less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Not applicable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Outcome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Treatment delayed beyond 24 hours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How caregivers account for delay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Analysis implied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Logistic regression, odds ratio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Thematic analysis of interviews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Aims, objectives and hypotheses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 aim is one sentence stating the overall purpose — usually beginning "To determine…", "To explore…", "To evaluate…"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Objectives break the aim into specific, ordered, measurable steps, each starting with an action verb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Three to five objectives is usual; more than six normally signals an unfocused study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 hypothesis is a testable statement of an expected relationship, stated for quantitative work only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Aims, objectives and hypotheses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 null hypothesis states no difference or no association; the alternative states the expected effect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Qualitative studies state research questions rather than hypotheses, because they do not set out to test a prediction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Objectives must map one-to-one onto your analysis plan and, later, onto your results section. If an objective produces no result, or a result answers no objective, something has gone wrong.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Conceptual and theoretical frameworks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 theoretical framework borrows an existing theory (Health Belief Model, Theory of Planned Behaviour, Social Cognitive Theory) to explain your phenomenon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 conceptual framework is your own diagram of how the variables in your study relate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It should distinguish independent, dependent, mediating, moderating and confounding variables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Drawing it early exposes variables you would otherwise forget to measure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Conceptual and theoretical frameworks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The framework is also what tells you which variables must be adjusted for in analysis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2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Narrowing a topic until it can actually be answered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student arrives with the topic "mental health of students in Ghana". It is a real problem, but as written it cannot be studied.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Population: which students? Settle on final-year nursing students at one university.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Exposure or concept: what about them? Choose academic workload, measured in timetabled contact hours.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Outcome: what will you measure? Depressive symptoms on the PHQ-9.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Setting and time: one campus, one semester.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question becomes: "Is timetabled workload associated with PHQ-9 score among final-year nursing students at [University] in the 2026 second semester?"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Now name the analysis: linear regression of PHQ-9 score on contact hours, adjusted for age, sex and financial stress. If you cannot name it, the question is still too vague.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2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An objective that produces no result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proposal lists four objectives. The third is "to explore the perceptions of health workers". The study is a cross-sectional survey with a closed-response questionnaire.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"Explore perceptions" implies qualitative work — interviews or focus groups.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instrument collects no free text, so nothing in the data can answer this objective.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At write-up the student will either drop the objective, or pad the results with a frequency table that does not address it.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Either outcome invites the examiner question: why did you state an objective you never met?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fix at proposal stage is cheap: rewrite it as "to describe health workers' reported barriers", or add a qualitative strand and design for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Research gap — A specific limitation in existing knowledge that the proposed study will address.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Aim — A single statement of the overall purpose of the study.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Objective — A specific, measurable step that contributes to achieving the aim.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Null hypothesis — The testable statement that no difference or association exists in the population.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Conceptual framework — A diagram or model of the presumed relationships among the study variables.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Confounder — A variable associated with both exposure and outcome that can produce a spurious association.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2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Write a one-paragraph problem statement and one research question for your own study. Exchange with a partner, who must identify the gap type and name the analysis your question implies. If they cannot, revise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2: The Research Problem, Questions and Objectives</dc:title>
  <dc:subject>Research Methods: Quantitative &amp; Qualitative Design</dc:subject>
  <dc:creator>Jesse Anak</dc:creator>
  <cp:lastModifiedBy>Jesse Anak</cp:lastModifiedBy>
  <cp:revision>1</cp:revision>
  <dcterms:created xsi:type="dcterms:W3CDTF">2026-08-18T20:12:12Z</dcterms:created>
  <dcterms:modified xsi:type="dcterms:W3CDTF">2026-08-18T20:12:12Z</dcterms:modified>
</cp:coreProperties>
</file>