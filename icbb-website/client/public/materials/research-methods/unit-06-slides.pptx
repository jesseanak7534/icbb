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6: Qualitative Research Designs
Duration: 120 minutes
Objectives:
- Distinguish phenomenology, grounded theory, ethnography, case study and narrative inquiry
- Match a qualitative tradition to a research question
- Design an interview guide and a focus group schedule
- Explain sampling logic in qualitative work and the concept of information power
- Apply the criteria of trustworthiness and explain reflexivity
- Recognise when a qualitative design is the right answer and when it is an evasion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Name your tradition and then live by its rules. "Grounded theory" followed by six interviews and a thematic analysis is the mismatch examiners look for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Open wide, then narrow with probes. Pilot the guide on two people — you will change it, and that is a sign the piloting worked, not that the guide was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6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Qualitative Research Designs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The major qualitative traditions, the data collection methods attached to each, and how rigour is established when the aim is understanding rather than measurement.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Distinguish phenomenology, grounded theory, ethnography, case study and narrative inquiry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Match a qualitative tradition to a research question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an interview guide and a focus group schedule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Explain sampling logic in qualitative work and the concept of information power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Apply the criteria of trustworthiness and explain reflexivity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Recognise when a qualitative design is the right answer and when it is an evasion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traditions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Phenomenology — describes the lived experience of a phenomenon; asks what it is like to live through this; small purposive samples, in-depth interviews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Grounded theory — builds theory from data through constant comparison and theoretical sampling; data collection and analysis proceed together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Ethnography — describes culture and practice through prolonged immersion and participant observation; fieldnotes are primary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traditions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Case study — examines a bounded system in depth using multiple data sources; may be single or multiple case, and is strong for "how" and "why" questions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Narrative inquiry — treats the story itself as the unit of analysis, attending to how people construct accounts of their lives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Descriptive qualitative — a legitimate, atheoretical option when the aim is a straightforward account of views and experiences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Choosing a tradition commits you to its sampling, data collection and analysis. Claiming grounded theory and then running six interviews with thematic analysis is a mismatch examiners look for specifically.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collection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In-depth interviews — best for sensitive topics and individual experience; typically 45-90 minutes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Focus groups — 6-10 participants; strong for surfacing shared norms and disagreement; poor for sensitive or stigmatised topics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Participant and non-participant observation — captures what people do rather than what they say they do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Document analysis — policies, records, media; unobtrusive and useful for institutional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collection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Photovoice and participatory methods — shift some control to participants and suit community-based work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Triangulation combines sources or methods so that a finding does not rest on one type of evidence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Interview guides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Structure the guide in funnels: open broadly, then probe specifics, then close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Ask open questions — "tell me about…", "walk me through…", "what was that like?"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Avoid leading questions, double-barrelled questions and jargon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Plan probes in advance: "can you say more?", "what happened next?", "can you give an example?"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Six to ten main questions is usually enough for a 60-minute interview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Interview guides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Pilot the guide and expect to revise it — this is a strength, not a failure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 focus groups, plan how you will manage a dominant speaker and draw out quiet participants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Sampling and sample size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Sampling is purposive: participants are chosen because they can illuminate the question, not to represent a population statistically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Maximum variation sampling seeks diversity; homogeneous sampling seeks depth within a defined group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Theoretical sampling, specific to grounded theory, selects the next participant based on what the emerging analysis requires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Snowball sampling reaches hidden populations but tends to stay within one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Sampling and sample size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Saturation is the point where new data generate no new codes or themes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Information power is the more defensible modern concept: narrow aim, dense sample specificity, strong theory and strong dialogue all reduce the number needed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Typical ranges: 6-12 for a homogeneous phenomenological study, 20-30 for grounded theory, but justify rather than cite a number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Declaring saturation after a fixed number of interviews planned in advance is not saturation. Saturation is something you observe during analysis and must be able to evidence.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reflexivity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Credibility — do the findings represent the participants' reality? Supported by member checking, triangulation and prolonged engagement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Transferability — could findings apply elsewhere? Supported by thick description of context so readers can judge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Dependability — would the process be consistent if repeated? Supported by an audit trail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Confirmability — do findings follow from the data rather than the researcher's preferences? Supported by memos and reflexive notes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reflexivity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Reflexivity means recording your own position — profession, assumptions, relationship to participants — and how it shaped the work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Generalisability in the statistical sense is not the aim, and apologising for its absence misunderstands the design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6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The same topic in four qualitative traditions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The topic is the experience of women living with obstetric fistula. Four traditions would produce four genuinely different studies.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Phenomenology: what is it like to live with fistula? 8-12 in-depth interviews, focused on lived experience.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Grounded theory: how do women come to seek or avoid repair? Theoretical sampling, constant comparison, ending in a theory of care-seeking.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Ethnography: how does the community treat these women? Months of observation in a village, fieldnotes as primary data.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Case study: how did one repair programme work? Interviews, records, observation and policy documents on a single bounded programme.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Each demands its own sampling, data collection and analysis. You cannot claim one and execute another.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6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Rewriting an interview guide that will not work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student's first interview guide opens with: "Don't you agree that the long waiting times and rude staff are the main problems at this clinic?"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It is leading — it supplies the answer the interviewer expects.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It is double-barrelled — waiting times and staff attitude are two different things.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It is closed — it can be answered "yes", ending the topic.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It opens on a complaint, before any rapport exists, which shapes everything that follows.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Rewrite: "Tell me about the last time you came to this clinic. Walk me through the day." Then probe: "What was the waiting like?", "How did you find the staff?"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Purposive sampling — Selecting participants deliberately for their capacity to inform the research question.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Saturation — The point at which further data collection yields no new codes, categories or themes.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Information power — The principle that the richer and more specific the sample and aim, the fewer participants are needed.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Reflexivity — Systematic attention to how the researcher shapes and is shaped by the research.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Thick description — Detailed account of context and meaning sufficient for a reader to judge transferability.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Triangulation — Using multiple sources, methods or investigators to strengthen confidence in a finding.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Audit trail — A documented record of decisions taken through the research, allowing the process to be followed.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6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Draft a six-question interview guide for your own topic. Swap with a partner, who must flag every leading, closed or double-barrelled question and rewrite one of them. Then role-play the first two questions and note where the guide fails in practice.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6: Qualitative Research Designs</dc:title>
  <dc:subject>Research Methods: Quantitative &amp; Qualitative Design</dc:subject>
  <dc:creator>Jesse Anak</dc:creator>
  <cp:lastModifiedBy>Jesse Anak</cp:lastModifiedBy>
  <cp:revision>1</cp:revision>
  <dcterms:created xsi:type="dcterms:W3CDTF">2026-08-18T20:12:12Z</dcterms:created>
  <dcterms:modified xsi:type="dcterms:W3CDTF">2026-08-18T20:12:12Z</dcterms:modified>
</cp:coreProperties>
</file>