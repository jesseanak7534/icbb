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Missing Data
Duration: 120 minutes
Objectives:
- Quantify and display the pattern of missingness in a dataset
- Distinguish MCAR, MAR and MNAR and explain why the distinction matters
- State the cost of listwise and pairwise deletion
- Explain why mean substitution understates uncertainty
- Describe what multiple imputation does and when it is appropriate
- Report missing data handling so a reader can judge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Always report the analysis n for every model, and compare it with the recruited n. A gap that large should be explained, not left for a reviewer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Leaving the outcome out feels cautious and is actively harmful. It is one of the most common imputation errors, and it always pushes results towards finding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3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Missing Data</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Why data are missing determines what you may do about it. Deletion, single imputation and multiple imputation, and what each assumes.</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Quantify and display the pattern of missingness in a dataset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MCAR, MAR and MNAR and explain why the distinction matters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the cost of listwise and pairwise deletion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why mean substitution understates uncertainty</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Describe what multiple imputation does and when it is appropriate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missing data handling so a reader can judge it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Look before you decide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the amount missing per variable, not just overall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Look at the pattern: is missingness concentrated in a few participants, or spread thinly?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variable missing for 40% of participants is a different problem from 40 variables each missing 1%</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R: colMeans(is.na(dat)) gives the proportion missing per variable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Compare respondents and non-respondents on the variables you do have — this is the evidence for whether missingness is random</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Look before you decide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Item non-response (a skipped question) and unit non-response (a participant who never took part) are different problems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Three mechanisms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MCAR — Missing Completely At Random: missingness unrelated to anything, observed or not. A dropped test tube.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MAR — Missing At Random: missingness explained by variables you observed. Older participants skip the income question more often, and you recorded age.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MNAR — Missing Not At Random: missingness depends on the unobserved value itself. The highest earners decline to state income.</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Three mechanisms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MCAR is testable in part; MAR is an assumption; MNAR cannot be verified from the data at hand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Most real missingness is MAR at best, which is precisely the case imputation is built for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MNAR requires sensitivity analysis under different assumptions rather than a single fix</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each mechanism permits</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Mechanism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Example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Deletion gives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Preferred handling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MCAR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Sample lost in transit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Unbiased, less precise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Complete cases acceptable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Older people skip income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Biased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Multiple imputation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MNAR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High earners refuse income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Biased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Sensitivity analysis; model the mechanism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Deletion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Listwise (complete case) deletion drops any participant missing any analysis variable — the default in most software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With 10 variables each 5% missing, complete cases can lose 40% of the sample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unbiased only under MCAR; under MAR it biases estimates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Pairwise deletion uses all available data for each computation, so different coefficients rest on different subsamples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Deletion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Pairwise can produce a correlation matrix that is mathematically impossible, which breaks regression and factor analysis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Deletion is defensible when missingness is genuinely tiny — say under 5% and plausibly MCAR — and you say so</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Report how many participants each analysis actually used. A table saying n = 600 in the methods and a regression silently fitted on 380 is one of the easiest things for a reviewer to catch.</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(1/3)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Mean substitution fills gaps with the variable mean; it preserves the mean, shrinks the variance, and biases standard errors downwards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Because it pretends imputed values are as certain as observed ones, it manufactures significance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Regression imputation predicts the missing value from other variables — better, but still too certain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(2/3)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Multiple imputation creates several completed datasets, analyses each, and pools the results, so the uncertainty of imputation is carried into the standard errors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Rubin's rules do the pooling; 5-20 imputations is typical, more if missingness is heavy</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 R: mice(dat, m = 20) then pool(with(imp, lm(y ~ x)))</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Include the outcome and any variable predictive of missingness in the imputation model, or you bias towards the null</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Imputation (3/3)</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Last observation carried forward is not recommended for longitudinal data — it assumes no change, which is rarely true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amount missing per variable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assumed mechanism and the evidence for 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method used and the number of imputations if applicable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State the analysis sample size for every model reported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Where missingness is substantial, present a complete-case analysis alongside as a sensitivity check</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reader should be able to judge whether your conclusion could plausibly be an artefact of the missing data</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How 5% missing becomes 40% lost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regression uses 10 variables, each with about 5% missing values, roughly independently. The dataset has 600 participants. The output says n = 358.</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SPSS and R both delete any case missing any variable in the model — listwise deletion, silently.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chance a participant is complete on all ten is 0.95^10, about 0.60.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600 × 0.60 is 360, which matches the 358 reported.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40% of the sample was discarded without a warning appearing anywhere.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Worse, if missingness relates to age or income, the remaining 358 are not a random subset — the estimates are biased, not just imprecise.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Multiple imputation with mice(dat, m = 20) uses all 600 and carries the imputation uncertainty into the standard errors.</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the outcome goes into the imputation model</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student imputes missing income values but deliberately leaves the outcome — depression score — out of the imputation model, reasoning that including it would be circular.</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instinct is understandable but the statistics say the opposite.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Imputation is not prediction of the truth; it is generating values with the right joint distribution.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Omitting the outcome imputes incomes that carry no relationship to depression.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Those imputed cases then dilute the real association, biasing the estimate towards the null.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Include the outcome, and any variable that predicts missingness, in the imputation model.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Include more variables in the imputation model than in the analysis model — that is the recommended practice, not a mistake.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MCAR — Missing Completely At Random — missingness unrelated to observed or unobserved values.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MAR — Missing At Random — missingness explained by observed variables.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MNAR — Missing Not At Random — missingness depends on the unobserved value itself.</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Listwise deletion — Excluding any case with a missing value on any variable in the analysis.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3</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Multiple imputation — Creating several plausible completed datasets and pooling the results, so imputation uncertainty is reflected in the standard errors.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Rubin's rules — The formulae for combining estimates and standard errors across multiply imputed datasets.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For your own dataset, tabulate the percentage missing for every variable. Pick the worst one and argue, from what you know about how the data were collected, whether it is plausibly MCAR, MAR or MNAR — and say what that implies for how you should handle it.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Unit 3: Missing Data</dc:title>
  <dc:subject>Quantitative Data Analysis</dc:subject>
  <dc:creator>Jesse Anak</dc:creator>
  <cp:lastModifiedBy>Jesse Anak</cp:lastModifiedBy>
  <cp:revision>1</cp:revision>
  <dcterms:created xsi:type="dcterms:W3CDTF">2026-08-19T19:26:58Z</dcterms:created>
  <dcterms:modified xsi:type="dcterms:W3CDTF">2026-08-19T19:26:58Z</dcterms:modified>
</cp:coreProperties>
</file>