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5: Visualising Data
Duration: 120 minutes
Objectives:
- Match a chart type to the variables being shown
- Read a histogram, boxplot and scatterplot for shape, spread and outliers
- Explain why bar charts of means conceal distribution
- Build publication-quality figures in R and SPSS
- Apply the conventions that make a figure readable in print and to colour-blind readers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A bar chart shows two numbers and hides everything else. Plotting the points costs nothing and sometimes hands you the actual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Truncating a bar axis is the most common way an honest researcher produces a misleading figure. If the effect only looks impressive on a cropped axis, it is not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ICBB-RM201   ·   Unit 5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Visualising Data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Choosing a chart that shows what the data actually do, and avoiding the plots that hide the very thing a reader needs to see.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Match a chart type to the variables being shown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Read a histogram, boxplot and scatterplot for shape, spread and outliers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why bar charts of means conceal distribution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publication-quality figures in R and SPSS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Apply the conventions that make a figure readable in print and to colour-blind readers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Which chart for which variables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continuous variable: histogram or density plot for shape; boxplot for summary and outliers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One categorical variable: bar chart of counts — never a pie chart with more than three slices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Continuous by categorical: boxplot, violin plot, or a dot plot showing every observation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Two continuous: scatterplot, with a fitted line only if you are claiming a relationship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Change over time: line plot with time on the horizontal axis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Which chart for which variables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Two categorical: grouped or stacked bar chart, or a mosaic plot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bar chart of means problem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bar with an error bar shows two numbers and hides the entire distribution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Radically different datasets — bimodal, skewed, or containing outliers — produce identical bars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also implies the bar length is meaningful from zero, which is false for many measurements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group comparisons prefer a boxplot, or a dot plot with every point drawn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 small n, plot every observation; there is no reason to summarise 12 points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bar chart of means problem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you must use bars, state whether the error bar is SD, SE or a confidence interval — they differ by a factor of several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Journals in several fields now refuse bar charts of continuous data for exactly this reason. Showing the points costs nothing and lets a reader see what you saw.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Making figures honest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Start a bar chart axis at zero; truncating it exaggerates differences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line and scatter plots a non-zero axis is acceptable, but say so if the range is narrow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Label both axes with the variable and its unit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 not use a second vertical axis to imply a relationship between two series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Avoid three-dimensional effects entirely — they distort area and length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Making figures honest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Aspect ratio changes the apparent steepness of a slope; keep it consistent when comparing panels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Colour and accessibility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Roughly 1 in 12 men has some form of colour vision deficiency, most commonly red-green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use red and green as the only distinction between two series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the viridis palette, or vary shape and line type as well as colour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a figure by converting it to greyscale — if it still reads, it will survive printing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Keep the palette consistent across every figure in a paper or deck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Colour and accessibility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colour to encode data, not for decoration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Chart choice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670048"/>
                <a:gridCol w="2670048"/>
                <a:gridCol w="267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You have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Show shape with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Compare groups with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One continuous variable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Histogram, density plot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Boxplot by group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One categorical variable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Bar chart of counts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Grouped bar chart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Two continuous variables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Scatterplot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Scatterplot coloured by group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Continuous over time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Line plot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One line per group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Small samples (n &lt; 20)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Plot every point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Dot plot with median line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Doing it in software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 base: hist(dat$bp), boxplot(bp ~ group, data = dat), plot(x, y)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ggplot2 gives publication quality: ggplot(dat, aes(group, bp)) + geom_boxplot() + geom_jitter(width = 0.15)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geom_jitter over a boxplot shows both the summary and the raw observations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SPSS: Graphs &gt; Chart Builder, then double-click the chart to edit elements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Export at 300 dpi or higher, or as a vector format (PDF, EPS, SVG), never a screenshot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Doing it in software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the figure size at export rather than resizing afterwards, or the text will not scale with it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Four datasets, one bar chart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Three groups are compared on a continuous outcome. The bar chart of means with error bars looks clean and shows a clear difference. The reviewer asks to see the data.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Group A is tightly clustered around its mean.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Group B is bimodal — two subgroups, and almost nobody near the mean itself.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Group C is skewed with three extreme values pulling the mean up.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three produce a nearly identical bar and error bar.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Replacing it with ggplot(dat, aes(group, y)) + geom_boxplot() + geom_jitter(width = 0.15) shows all of this at once.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bimodality in group B turns out to be sex, which was the real finding.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axis that exaggerated a difference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slide shows attendance rising from 78% to 82% after an intervention. The bars make it look like a doubling.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vertical axis starts at 76, so the visible bar heights are 2 and 6 — a threefold difference.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Bar length encodes magnitude from zero, so the eye reads the ratio of the drawn heights.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Redrawn from zero, the bars are nearly the same height, which is the honest picture.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the difference genuinely matters at that scale, a line or dot plot with a restricted axis is acceptable — position, not length, carries the meaning there.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Either way, show the confidence intervals: 78% (95% CI 74 to 82) and 82% (95% CI 78 to 86) overlap substantially.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4-point difference may be real, but the chart was claiming far more than the data support.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Histogram — A chart of the distribution of one continuous variable, using binned counts.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Boxplot — A summary showing median, quartiles and outliers, useful for comparing groups.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Jitter — Small random horizontal displacement so overlapping points become visible.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Truncated axis — An axis not starting at zero, which exaggerates apparent differences in a bar chart.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Viridis — A perceptually uniform colour palette that remains readable in greyscale and to colour-blind viewers.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Vector format — A figure stored as shapes rather than pixels, so it stays sharp at any size.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Take one finding from your own data and draw it three different ways — for example a bar of means, a boxplot, and a dot plot of every observation. Decide which one a sceptical reader would trust most, and say why the other two are less honest.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ICBB-RM201 — Unit 5: Visualising Data</dc:title>
  <dc:subject>Quantitative Data Analysis</dc:subject>
  <dc:creator>Jesse Anak</dc:creator>
  <cp:lastModifiedBy>Jesse Anak</cp:lastModifiedBy>
  <cp:revision>1</cp:revision>
  <dcterms:created xsi:type="dcterms:W3CDTF">2026-08-19T18:49:01Z</dcterms:created>
  <dcterms:modified xsi:type="dcterms:W3CDTF">2026-08-19T18:49:01Z</dcterms:modified>
</cp:coreProperties>
</file>