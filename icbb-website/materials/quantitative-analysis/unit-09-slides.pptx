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Unit 9: Logistic Regression and Confounding
Duration: 180 minutes
Objectives:
- Explain why linear regression is unsuitable for a binary outcome
- Interpret odds ratios and their confidence intervals correctly
- Distinguish odds ratio from risk ratio and know when they diverge
- Fit and interpret multivariable logistic regression
- Distinguish confounders, mediators and colliders, and adjust accordingly
- Assess model fit and predictive performance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these at the start, and return to them at the end of the unit.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point: Logistic regression naturally produces odds ratios, and they are routinely described as risks. For common outcomes that is a real and large overstatement, and it appears in print constantly.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point: Adjusting for everything available is not the cautious choice. Which variables to adjust for is a causal question answered from subject knowledge, not a statistical one answered from the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Allow 10-15 minutes, then take feedback from two or three pairs.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90288"/>
            <a:ext cx="8010144" cy="10973"/>
          </a:xfrm>
          <a:prstGeom prst="rect">
            <a:avLst/>
          </a:prstGeom>
          <a:solidFill>
            <a:srgbClr val="D8D3C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38000"/>
          </a:blip>
          <a:stretch>
            <a:fillRect/>
          </a:stretch>
        </p:blipFill>
        <p:spPr>
          <a:xfrm>
            <a:off x="7973568" y="4709160"/>
            <a:ext cx="566928" cy="37490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TITLE">
    <p:bg>
      <p:bgPr>
        <a:solidFill>
          <a:srgbClr val="132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481328"/>
            <a:ext cx="1051560" cy="25603"/>
          </a:xfrm>
          <a:prstGeom prst="rect">
            <a:avLst/>
          </a:prstGeom>
          <a:solidFill>
            <a:srgbClr val="9A6A3C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863840" y="4315968"/>
            <a:ext cx="676656" cy="448056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24128"/>
            <a:ext cx="6766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spc="240" kern="0" dirty="0">
                <a:solidFill>
                  <a:srgbClr val="C8A67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ICBB-RM201   ·   Unit 9 of 10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85800" y="1700784"/>
            <a:ext cx="68580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Logistic Regression and Confounding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85800" y="3127248"/>
            <a:ext cx="6309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B9C2C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Modelling binary outcomes: odds, odds ratios and what they do and do not mean, plus adjusting for confounding and recognising mediators and interactions.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85800" y="440740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8894A0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Jesse Anak   ·   ICBB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What you will be able to do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Explain why linear regression is unsuitable for a binary outcome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Interpret odds ratios and their confidence intervals correctly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Distinguish odds ratio from risk ratio and know when they diverge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Fit and interpret multivariable logistic regression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Distinguish confounders, mediators and colliders, and adjust accordingly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Assess model fit and predictive performance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Why not linear regression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 binary outcome is 0 or 1, but a linear model can predict below 0 and above 1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residuals cannot be normal or homoscedastic when the outcome takes two values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Logistic regression models the log odds, which is unbounded and well behaved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fitted probability is then obtained by transforming back through the logistic function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Odds are p / (1 - p): a probability of 0.2 corresponds to odds of 0.25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Why not linear regression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model is linear in the log odds, not in the probability — which is why effects are multiplicative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Reading an odds ratio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exp(b) is the odds ratio for a one-unit increase in the predictor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OR = 1 means no association; above 1 higher odds; below 1 lower odds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confidence interval is what matters: an OR of 3.2 with an interval of 0.8 to 12.6 is not evidence of much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Odds ratios are not risk ratios. When the outcome is rare (under about 10%) they are close; when it is common they diverge sharply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An OR of 3 for an outcome affecting 40% of people does not mean three times the risk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Reading an odds ratio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Report the interval always, and consider a risk ratio or risk difference where the outcome is common and the design allows it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 R: fit &lt;- glm(y ~ x, family = binomial, data = dat); exp(cbind(OR = coef(fit), confint(fit)))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In practice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64208"/>
            <a:ext cx="8010144" cy="2395728"/>
          </a:xfrm>
          <a:prstGeom prst="rect">
            <a:avLst/>
          </a:prstGeom>
          <a:solidFill>
            <a:srgbClr val="F6F4F0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1847088"/>
            <a:ext cx="7278624" cy="2029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600" i="1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The odds ratio is the coefficient logistic regression naturally produces, and it is often reported as though it were a risk ratio. For a common outcome that overstates the effect substantially — a mistake that appears in print constantly.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Confounders, mediators and colliders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 confounder causes both the exposure and the outcome; adjusting for it removes bias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 mediator lies on the causal path from exposure to outcome; adjusting for it removes part of the effect you are trying to measure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 collider is caused by both exposure and outcome; adjusting for it creates bias where none existed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distinction cannot be made from the data — it comes from subject knowledge and the conceptual framework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Confounders, mediators and colliders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Draw a directed acyclic graph before choosing what to adjust for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Adjusting for everything available is not conservative; it can actively introduce bias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Example: adjusting smoking for lung function when estimating smoking's effect on mortality removes part of the very pathway of interest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What to do with a third variable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27632"/>
          <a:ext cx="8010144" cy="914400"/>
        </p:xfrm>
        <a:graphic>
          <a:graphicData uri="http://schemas.openxmlformats.org/drawingml/2006/table">
            <a:tbl>
              <a:tblPr/>
              <a:tblGrid>
                <a:gridCol w="2002536"/>
                <a:gridCol w="2002536"/>
                <a:gridCol w="2002536"/>
                <a:gridCol w="200253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3140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Role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3140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Relationship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3140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Adjust?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3140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Effect of adjusting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Confounder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Causes exposure and outcome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Yes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Removes bias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Mediator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On the path exposure → outcome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Usually no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Removes part of the effect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Collider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Caused by exposure and outcome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No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Creates bias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Competing cause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Causes outcome only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Optional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Improves precision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Building and checking the model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Rule of thumb: at least 10 events per predictor, counting the rarer outcome category, not the sample size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40 events and 8 predictors is over-fitted regardless of how large the sample looks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Check linearity of continuous predictors on the log-odds scale, not the probability scale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Hosmer-Lemeshow tests calibration, though it is sensitive to sample size and grouping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Building and checking the model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C-statistic (area under the ROC curve) measures discrimination: 0.5 is chance, above 0.8 is good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Report both discrimination and calibration for a prediction model; either alone is incomplete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Check for separation — a predictor that perfectly predicts the outcome produces enormous coefficients and unusable intervals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Reporting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Report the number of events and the number of observations, not only n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Present crude and adjusted estimates side by side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State which variables were adjusted for and why they were chosen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Give odds ratios with confidence intervals to two decimal places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Say whether continuous predictors were entered linearly, categorised, or modelled with splines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Reporting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If the outcome is common, note that the odds ratio overstates the risk ratio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9  ·  WORKED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An odds ratio read as a risk ratio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45920"/>
            <a:ext cx="801014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i="1" dirty="0">
                <a:solidFill>
                  <a:srgbClr val="5F6B76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 study of a common outcome — 40% of the unexposed group — reports OR = 3.0. The abstract says the exposure "triples the risk".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86384" y="2523744"/>
            <a:ext cx="74066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Odds in the unexposed: 0.40 / 0.60 = 0.67.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Odds in the exposed: 0.67 × 3.0 = 2.0, so probability = 2.0 / 3.0 = 0.67.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So risk goes from 40% to 67% — a risk ratio of about 1.7, not 3.0.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odds ratio and risk ratio converge only when the outcome is rare, under roughly 10%.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At a 40% baseline they diverge substantially, and the abstract overstates the effect by nearly double.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Where the design allows, report a risk ratio or risk difference for a common outcome.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9  ·  WORKED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Adjusting for a mediator by accident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45920"/>
            <a:ext cx="801014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i="1" dirty="0">
                <a:solidFill>
                  <a:srgbClr val="5F6B76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 study of smoking and mortality adjusts for age, sex, income and lung function. The smoking effect shrinks sharply, and the authors conclude smoking matters less than thought.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86384" y="2523744"/>
            <a:ext cx="74066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Age, sex and income plausibly cause both smoking and mortality — they are confounders, and adjusting is right.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Lung function is different: smoking damages it, and that damage causes mortality.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So lung function lies on the causal path from exposure to outcome — it is a mediator.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Adjusting for it removes the part of smoking's effect that operates through lung damage, which is most of it.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adjusted estimate answers "the effect of smoking not acting through lung function", which is not the question asked.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Drawing a causal diagram before choosing covariates would have separated the confounders from the mediator.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Key terms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Odds — The probability of an event divided by the probability of it not occurring.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Odds ratio — The ratio of odds between two groups; the natural output of logistic regression.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Risk ratio — The ratio of probabilities between two groups; diverges from the odds ratio when the outcome is common.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Confounder — A variable causing both exposure and outcome, biasing the crude association.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Mediator — A variable on the causal path between exposure and outcome.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Key terms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Collider — A variable caused by both exposure and outcome; adjusting for it introduces bias.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C-statistic — Area under the ROC curve, measuring how well a model discriminates between outcomes.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Events per variable — The number of outcome events divided by the number of predictors; a guide to over-fitting.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24128"/>
            <a:ext cx="6766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spc="240" kern="0" dirty="0">
                <a:solidFill>
                  <a:srgbClr val="C8A67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Over to you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85800" y="1700784"/>
            <a:ext cx="6858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Activity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2487168"/>
            <a:ext cx="69494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450" dirty="0">
                <a:solidFill>
                  <a:srgbClr val="C4CCD4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For your own binary outcome, list every variable you might adjust for. Classify each as confounder, mediator, collider or competing cause, and justify the classification from what causes what — not from what the data show. Then state which you will adjust for.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onstant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orbe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Institute of Computational Biology and Bioinformatics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ICBB-RM201 — Unit 9: Logistic Regression and Confounding</dc:title>
  <dc:subject>Quantitative Data Analysis</dc:subject>
  <dc:creator>Jesse Anak</dc:creator>
  <cp:lastModifiedBy>Jesse Anak</cp:lastModifiedBy>
  <cp:revision>1</cp:revision>
  <dcterms:created xsi:type="dcterms:W3CDTF">2026-08-19T18:49:01Z</dcterms:created>
  <dcterms:modified xsi:type="dcterms:W3CDTF">2026-08-19T18:49:01Z</dcterms:modified>
</cp:coreProperties>
</file>