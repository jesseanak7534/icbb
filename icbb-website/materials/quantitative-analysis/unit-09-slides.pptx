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9: Logistic Regression and Confounding
Duration: 180 minutes
Objectives:
- Explain why linear regression is unsuitable for a binary outcome
- Interpret odds ratios and their confidence intervals correctly
- Distinguish odds ratio from risk ratio and know when they diverge
- Fit and interpret multivariable logistic regression
- Distinguish confounders, mediators and colliders, and adjust accordingly
- Assess model fit and predictive performance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at the start,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Logistic regression naturally produces odds ratios, and they are routinely described as risks. For common outcomes that is a real and large overstatement, and it appears in print constantly.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Adjusting for everything available is not the cautious choice. Which variables to adjust for is a causal question answered from subject knowledge, not a statistical one answered from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90288"/>
            <a:ext cx="8010144" cy="10973"/>
          </a:xfrm>
          <a:prstGeom prst="rect">
            <a:avLst/>
          </a:prstGeom>
          <a:solidFill>
            <a:srgbClr val="D8D3C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7973568" y="4709160"/>
            <a:ext cx="566928" cy="3749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13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51560" cy="25603"/>
          </a:xfrm>
          <a:prstGeom prst="rect">
            <a:avLst/>
          </a:prstGeom>
          <a:solidFill>
            <a:srgbClr val="9A6A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863840" y="4315968"/>
            <a:ext cx="676656" cy="4480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ICBB-RM201   ·   Unit 9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Logistic Regression and Confounding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3127248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9C2C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Modelling binary outcomes: odds, odds ratios and what they do and do not mean, plus adjusting for confounding and recognising mediators and interactions.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894A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Jesse Anak   ·   ICBB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you will be able to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Explain why linear regression is unsuitable for a binary outcome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Interpret odds ratios and their confidence intervals correctly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Distinguish odds ratio from risk ratio and know when they diverge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Fit and interpret multivariable logistic regression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Distinguish confounders, mediators and colliders, and adjust accordingly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Assess model fit and predictive performance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Why not linear regression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binary outcome is 0 or 1, but a linear model can predict below 0 and above 1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residuals cannot be normal or homoscedastic when the outcome takes two values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Logistic regression models the log odds, which is unbounded and well behaved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fitted probability is then obtained by transforming back through the logistic function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Odds are p / (1 - p): a probability of 0.2 corresponds to odds of 0.25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Why not linear regression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model is linear in the log odds, not in the probability — which is why effects are multiplicative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Reading an odds ratio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exp(b) is the odds ratio for a one-unit increase in the predictor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 = 1 means no association; above 1 higher odds; below 1 lower odds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confidence interval is what matters: an OR of 3.2 with an interval of 0.8 to 12.6 is not evidence of much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Odds ratios are not risk ratios. When the outcome is rare (under about 10%) they are close; when it is common they diverge sharply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 OR of 3 for an outcome affecting 40% of people does not mean three times the risk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Reading an odds ratio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Report the interval always, and consider a risk ratio or risk difference where the outcome is common and the design allows it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R: fit &lt;- glm(y ~ x, family = binomial, data = dat); exp(cbind(OR = coef(fit), confint(fit)))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8010144" cy="2395728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727862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odds ratio is the coefficient logistic regression naturally produces, and it is often reported as though it were a risk ratio. For a common outcome that overstates the effect substantially — a mistake that appears in print constantly.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Confounders, mediators and colliders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confounder causes both the exposure and the outcome; adjusting for it removes bias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mediator lies on the causal path from exposure to outcome; adjusting for it removes part of the effect you are trying to measure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collider is caused by both exposure and outcome; adjusting for it creates bias where none existed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distinction cannot be made from the data — it comes from subject knowledge and the conceptual framework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Confounders, mediators and colliders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Draw a directed acyclic graph before choosing what to adjust for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Adjusting for everything available is not conservative; it can actively introduce bias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Example: adjusting smoking for lung function when estimating smoking's effect on mortality removes part of the very pathway of interest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to do with a third variable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8010144" cy="914400"/>
        </p:xfrm>
        <a:graphic>
          <a:graphicData uri="http://schemas.openxmlformats.org/drawingml/2006/table">
            <a:tbl>
              <a:tblPr/>
              <a:tblGrid>
                <a:gridCol w="2002536"/>
                <a:gridCol w="2002536"/>
                <a:gridCol w="2002536"/>
                <a:gridCol w="20025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Role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Relationship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Adjust?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Effect of adjusting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Confounder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Causes exposure and outcome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Yes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Removes bias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Mediator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On the path exposure → outcome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Usually no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Removes part of the effect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Collider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Caused by exposure and outcome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No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Creates bias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Competing cause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Causes outcome only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Optional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Improves precision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Building and checking the model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Rule of thumb: at least 10 events per predictor, counting the rarer outcome category, not the sample size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40 events and 8 predictors is over-fitted regardless of how large the sample looks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 linearity of continuous predictors on the log-odds scale, not the probability scale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Hosmer-Lemeshow tests calibration, though it is sensitive to sample size and grouping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Building and checking the model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C-statistic (area under the ROC curve) measures discrimination: 0.5 is chance, above 0.8 is good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Report both discrimination and calibration for a prediction model; either alone is incomplete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 for separation — a predictor that perfectly predicts the outcome produces enormous coefficients and unusable intervals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Reporting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Report the number of events and the number of observations, not only 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Present crude and adjusted estimates side by side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State which variables were adjusted for and why they were chosen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Give odds ratios with confidence intervals to two decimal places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Say whether continuous predictors were entered linearly, categorised, or modelled with splines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Reporting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If the outcome is common, note that the odds ratio overstates the risk ratio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An odds ratio read as a risk ratio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study of a common outcome — 40% of the unexposed group — reports OR = 3.0. The abstract says the exposure "triples the risk".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Odds in the unexposed: 0.40 / 0.60 = 0.67.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Odds in the exposed: 0.67 × 3.0 = 2.0, so probability = 2.0 / 3.0 = 0.67.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 risk goes from 40% to 67% — a risk ratio of about 1.7, not 3.0.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odds ratio and risk ratio converge only when the outcome is rare, under roughly 10%.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At a 40% baseline they diverge substantially, and the abstract overstates the effect by nearly double.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Where the design allows, report a risk ratio or risk difference for a common outcome.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Adjusting for a mediator by accident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study of smoking and mortality adjusts for age, sex, income and lung function. The smoking effect shrinks sharply, and the authors conclude smoking matters less than thought.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Age, sex and income plausibly cause both smoking and mortality — they are confounders, and adjusting is right.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Lung function is different: smoking damages it, and that damage causes mortality.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 lung function lies on the causal path from exposure to outcome — it is a mediator.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Adjusting for it removes the part of smoking's effect that operates through lung damage, which is most of it.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adjusted estimate answers "the effect of smoking not acting through lung function", which is not the question asked.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Drawing a causal diagram before choosing covariates would have separated the confounders from the mediator.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Odds — The probability of an event divided by the probability of it not occurring.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Odds ratio — The ratio of odds between two groups; the natural output of logistic regression.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Risk ratio — The ratio of probabilities between two groups; diverges from the odds ratio when the outcome is common.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Confounder — A variable causing both exposure and outcome, biasing the crude association.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Mediator — A variable on the causal path between exposure and outcome.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Collider — A variable caused by both exposure and outcome; adjusting for it introduces bias.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C-statistic — Area under the ROC curve, measuring how well a model discriminates between outcomes.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Events per variable — The number of outcome events divided by the number of predictors; a guide to over-fitting.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487168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C4C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 your own binary outcome, list every variable you might adjust for. Classify each as confounder, mediator, collider or competing cause, and justify the classification from what causes what — not from what the data show. Then state which you will adjust for.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tant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rbe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Institute of Computational Biology and Bioinformatics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ICBB-RM201 — Unit 9: Logistic Regression and Confounding</dc:title>
  <dc:subject>Quantitative Data Analysis</dc:subject>
  <dc:creator>Jesse Anak</dc:creator>
  <cp:lastModifiedBy>Jesse Anak</cp:lastModifiedBy>
  <cp:revision>1</cp:revision>
  <dcterms:created xsi:type="dcterms:W3CDTF">2026-08-19T19:26:59Z</dcterms:created>
  <dcterms:modified xsi:type="dcterms:W3CDTF">2026-08-19T19:26:59Z</dcterms:modified>
</cp:coreProperties>
</file>