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6: The Logic of Inference
Duration: 150 minutes
Objectives:
- Explain sampling variation and the sampling distribution
- Interpret a confidence interval correctly, and reject the common misreadings
- State precisely what a p-value measures
- Distinguish statistical significance from practical importance
- Calculate and interpret common effect sizes
- Explain Type I and Type II error, power, and the cost of multiple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Absence of significance is not evidence of absence. The confidence interval is what separates "we showed there is no meaningful effect" from "we could not tell", and it is why intervals belong in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Testing many things and reporting the winner inverts the meaning of the p-value. Pre-specifying the primary outcome is the cheapest defence, and it has to happen before the analysis,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6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The Logic of Inference</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What a p-value is and is not, what a confidence interval actually tells you, and why an effect size belongs in every result you report.</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sampling variation and the sampling distribution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Interpret a confidence interval correctly, and reject the common misreadings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State precisely what a p-value measures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statistical significance from practical importance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Calculate and interpret common effect sizes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Explain Type I and Type II error, power, and the cost of multiple testing</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samples vary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Any sample is one of many that could have been drawn; each gives a slightly different estimate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The sampling distribution is the distribution of an estimate across all possible samples</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Its standard deviation is the standard error of the estimate</a:t>
            </a:r>
            <a:endParaRPr lang="en-US" sz="1350" dirty="0"/>
          </a:p>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The central limit theorem says that for a large enough sample the sampling distribution of the mean is approximately normal, whatever the shape of the underlying data</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Why samples vary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This is why means can be handled with normal-theory methods even when the raw data are skewed</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says nothing about the data being normal — a persistent confusion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Confidence intervals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95% confidence interval is constructed so that, over repeated sampling, 95% of such intervals contain the true value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 is not "a 95% probability the true value lies in this interval" — the true value is fixed, the interval is what varies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Its width reflects precision: wide means the study could not pin the effect down</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CI that includes the null value corresponds to p &gt; 0.05, but carries far more information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Confidence intervals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Report intervals for every effect estimate, not just p-values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non-significant result with a narrow interval around zero is evidence of no meaningful effect; with a wide interval it is simply uninformative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"No significant difference" and "no difference" are not the same claim. The confidence interval is what tells them apart, which is the single strongest argument for always reporting it.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a p-value is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probability of observing data at least as extreme as yours, if the null hypothesis were true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is not the probability the null hypothesis is true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is not the probability your finding is a fluke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is not a measure of effect size — a tiny, unimportant difference gives a small p in a large enough sample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0.05 is a convention, not a law of nature, and nothing decisive happens between 0.049 and 0.051</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a p-value is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exact values (p = 0.03), not thresholds (p &lt; 0.05), and never "p = 0.000" — write p &lt; 0.001</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Effect size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effect size answers "how big", which is what a reader actually wants to know</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Cohen's d for a difference between two means: roughly 0.2 small, 0.5 medium, 0.8 large — as rough guides only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Correlation r, or r-squared, for the strength of association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Odds ratio, risk ratio and risk difference for binary outcomes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Eta-squared or partial eta-squared for ANOVA</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Effect size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Always interpret the effect in the units of the problem: "8 mmHg lower" means more to a clinician than "d = 0.42"</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Statistical significance with a trivial effect size is a large-sample artefact, not a finding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each number tells you</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Quantity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Answers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Depends on sample size?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p-value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Is this compatible with no effect?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 strongly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Effect size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How big is the effect?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Confidence interval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How precisely do we know 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 width shrinks with 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Power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Could this study have detected it?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Yes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Errors, power and multiplicity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Type I error: concluding there is an effect when there is none. Its rate is the significance level, conventionally 5%</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Type II error: missing a real effect. Its rate is beta; power is 1 minus beta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80% power is conventional, meaning a 1 in 5 chance of missing a real effect of the size you specified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 underpowered study that finds nothing has not shown absence of an effect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Testing 20 hypotheses at 5% gives roughly a 64% chance of at least one false positive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Errors, power and multiplicity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Adjust for multiplicity (Bonferroni is simple and conservative; Benjamini-Hochberg controls false discovery rate), or pre-specify one primary outcome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Pre-specifying the primary analysis is the cleanest defence against fishing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Two non-significant results that mean opposite things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Two trials of the same drug both report "no significant difference" (p = 0.31 and p = 0.28). A reviewer treats them as equivalent evidence that the drug does not work.</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A: difference 0.4 mmHg, 95% CI -0.8 to 1.6. Narrow, centred near zero.</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B: difference 6.0 mmHg, 95% CI -5.5 to 17.5. Wide, spanning clinically important effects in both directions.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A has effectively excluded a meaningful effect — its interval contains nothing that would change practice.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Trial B is simply uninformative; it is compatible with the drug being useless or highly effective.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p-values are almost identical and tell you none of this.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Reporting only "p &gt; 0.05" would make the two studies indistinguishable in a review.</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Twenty tests, one press release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study measures 20 outcomes, finds one significant at p = 0.04, and the abstract reports it as the main finding.</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With 20 independent tests at the 5% level, the chance of at least one false positive is 1 - 0.95^20, about 64%.</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So finding one significant result among twenty is the expected outcome under no effect at all.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Bonferroni-adjusted threshold would be 0.05/20 = 0.0025; p = 0.04 does not come close.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Benjamini-Hochberg is less conservative and controls the false discovery rate instead.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cleaner protection is to pre-specify one primary outcome in the protocol, before seeing data.</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finding is not worthless — it is hypothesis-generating, and should be reported as exploratory.</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Sampling distribution — The distribution of an estimate across all possible samples of a given size.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Standard error — The standard deviation of the sampling distribution; the precision of an estimate.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Confidence interval — A range constructed so that a stated proportion of such intervals contain the true value over repeated sampling.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p-value — The probability of data at least as extreme as observed, assuming the null hypothesis is true.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6</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Effect size — A measure of the magnitude of an effect, independent of sample size.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Power — The probability of detecting an effect of a specified size when it genuinely exists.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Multiplicity — The inflation of false positive risk that comes from testing many hypotheses.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Find a paper in your field that reports "no significant difference". Locate the confidence interval. Decide whether the study showed there was no meaningful effect, or simply could not tell — and write one sentence explaining how the interval settles it.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ICBB-RM201 — Unit 6: The Logic of Inference</dc:title>
  <dc:subject>Quantitative Data Analysis</dc:subject>
  <dc:creator>Jesse Anak</dc:creator>
  <cp:lastModifiedBy>Jesse Anak</cp:lastModifiedBy>
  <cp:revision>1</cp:revision>
  <dcterms:created xsi:type="dcterms:W3CDTF">2026-08-19T19:26:58Z</dcterms:created>
  <dcterms:modified xsi:type="dcterms:W3CDTF">2026-08-19T19:26:58Z</dcterms:modified>
</cp:coreProperties>
</file>