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1: From Questionnaire to Dataset
Duration: 120 minutes
Objectives:
- Build a codebook that documents every variable and its coding
- Name and type variables so the dataset survives being handed to someone else
- Choose between wide and long layout for your design
- Set up double entry or electronic capture to control transcription error
- Import a dataset into SPSS and R and confirm it arrived intact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Data entry decisions are analysis decisions. An hour spent on the codebook before entry saves days afterwards, and the days afterwards never fully restore confidence in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Neither shape is correct in general — the analysis decides. Knowing how to convert takes the argument away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ICBB-RM201   ·   Unit 1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Questionnaire to Dataset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Turning completed forms into a rectangular dataset a computer can read: the codebook, variable naming, data entry, and the decisions that are expensive to reverse later.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codebook that documents every variable and its coding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and type variables so the dataset survives being handed to someone else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Choose between wide and long layout for your design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up double entry or electronic capture to control transcription error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Import a dataset into SPSS and R and confirm it arrived intact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codebook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row per variable: name, label, type, coding, permitted range, and the question it came from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it before data entry begins, not afterwards — it is the specification, not the documentation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the exact wording of the question, because "income" means nothing six months later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Note the unit of measurement: kilograms or pounds, cedis or dollars, days or weeks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codebook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Every recode you invent later gets added to the codebook, so the file always describes the data you actually have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codebook is what lets someone else — a supervisor, a co-author, a reviewer, or you in a year — understand the dataset without asking you. A study without one is a study only its author can analyse.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Structuring the dataset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row per unit of analysis, one column per variable, one value per cell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unit of analysis is usually the participant, but may be the visit, the household or the sample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Wide format: one row per participant, repeated measures in separate columns (bp_baseline, bp_6months)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Long format: one row per participant per occasion, with a time variable — required by most mixed-model and repeated-measures procedures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Structuring the dataset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store two pieces of information in one column ("35M" for age and sex)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use colour or bold to encode meaning; a computer cannot read formatting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Naming and typing variables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Short, lowercase, no spaces, no accents: age_years, sex, bp_systolic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 not start a name with a digit, and avoid names that are reserved words in R or SPSS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Prefix grouped items consistently: phq_1 to phq_9, so they can be selected as a block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Types: numeric for measurements, integer for counts, factor or categorical for groups, date for dates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Coding categories as numbers with value labels is standard in SPSS; in R prefer factors with meaningful levels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Naming and typing variables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Reserve a consistent code for missing — and never use 0, 9 or 99 if those are plausible real values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codebook extract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002536"/>
                <a:gridCol w="2002536"/>
                <a:gridCol w="2002536"/>
                <a:gridCol w="20025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Variable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Label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Type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Coding / range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Participant ID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integer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1-600, unique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sex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Sex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categorical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1 = male, 2 = female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age_years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Age at interview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numeric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18-95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edu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Highest education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ordinal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1 = none, 2 = primary, 3 = JHS, 4 = SHS, 5 = tertiary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bp_systolic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Systolic BP (mmHg)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numeric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70-260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nhis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Has NHIS cover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binary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0 = no, 1 = yes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—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Missing value code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—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-99 across all variables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Getting the data in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Electronic capture (KoBoToolbox, REDCap, ODK) enforces ranges and skip logic at the point of entry and removes transcription entirely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 paper, use double entry: two people enter independently, then compare and reconcile differences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Single entry with a 10% verification sample is the minimum defensible alternative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Enter data exactly as recorded; correct implausible values as a documented cleaning step, not silently during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Getting the data in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the raw file untouched and read-only — all cleaning happens in a script or a documented copy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up before you start: three copies, two media, one off-site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Reading it into your software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CSV is the safest interchange format; Excel silently reformats dates and long ID numbers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R: dat &lt;- read.csv("survey.csv", na.strings = "-99")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SPSS: File &gt; Import Data &gt; CSV, then set measurement level and missing values in Variable View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Immediately check dimensions, variable names and types against the codebook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str(dat) in R, or Variable View in SPSS, will show a numeric variable that arrived as text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Reading it into your software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variable that should be numeric but imported as character almost always means a stray value — "N/A", a comment, or a thousands separator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spreadsheet that cannot be analysed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arrives with 340 completed questionnaires typed into Excel. Ages are recorded as "35 yrs", "about 40" and "1987". Sex is coded M, F, m, f and Male. Missing answers are blank in some columns and "N/A" in others.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Nothing can be computed yet: age is text, so R will not take a mean and SPSS will treat it as nominal.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"1987" is a birth year, not an age — two different variables were entered into one column.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Five spellings of two categories means table(sex) returns five groups instead of two.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Blank and "N/A" both mean missing, but only blank will be recognised on import.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fix is not cleverer code, it is a codebook and re-entry: age_years numeric, sex coded 1/2, one missing code throughout.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Re-entering 340 records takes two days. Untangling this by script takes longer and leaves doubt about every value.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Wide or long: the same data, two shapes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Blood pressure measured at baseline, 3 and 6 months for 120 patients. The student wants a repeated-measures analysis and the procedure refuses to run.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data are wide: one row per patient with bp_0, bp_3, bp_6 as three columns.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Wide is convenient for computing change scores: dat$change &lt;- dat$bp_6 - dat$bp_0.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Mixed models and most repeated-measures procedures need long: one row per patient per occasion.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R: long &lt;- reshape(dat, direction = "long", varying = c("bp_0","bp_3","bp_6"), v.names = "bp", timevar = "month")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 with tidyr: pivot_longer(dat, cols = starts_with("bp_"), names_to = "month", values_to = "bp")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both. They are the same data, and converting between them is two lines.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Codebook — A document defining every variable, its type, coding and permitted values.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of analysis — The entity each row of the dataset represents — participant, visit, household.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Wide format — One row per participant, with repeated measures held in separate columns.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Long format — One row per participant per occasion, with an explicit time variable.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 entry — Entering paper data twice independently and reconciling differences to catch transcription error.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Missing value code — A reserved value marking absent data, chosen so it cannot be confused with a real observation.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Take one page of your own questionnaire and write the codebook rows for every variable on it: name, label, type, coding and permitted range. Swap with a partner and try to enter three fictional respondents using only their codebook. Every question you have to ask them is a gap in it.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ICBB-RM201 — Unit 1: From Questionnaire to Dataset</dc:title>
  <dc:subject>Quantitative Data Analysis</dc:subject>
  <dc:creator>Jesse Anak</dc:creator>
  <cp:lastModifiedBy>Jesse Anak</cp:lastModifiedBy>
  <cp:revision>1</cp:revision>
  <dcterms:created xsi:type="dcterms:W3CDTF">2026-08-19T19:26:58Z</dcterms:created>
  <dcterms:modified xsi:type="dcterms:W3CDTF">2026-08-19T19:26:58Z</dcterms:modified>
</cp:coreProperties>
</file>