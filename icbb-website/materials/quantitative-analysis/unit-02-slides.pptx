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Cleaning and Preparing Data
Duration: 150 minutes
Objectives:
- Screen every variable for implausible and out-of-range values
- Detect and resolve duplicate records
- Recode, collapse and reverse-score variables correctly
- Compute derived variables such as BMI and scale totals
- Decide whether an outlier is an error or a real observation
- Keep cleaning reproducible by scripting it rather than editing cells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Every one of these passes a casual look at the spreadsheet. Six commands, run before any analysis, catch them all — and the last one would otherwise have silently corrupted every income statistic in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The question is never "does this point help my result" but "is this value real". A sensitivity analysis lets you keep an honest observation and still show it is not driving the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ICBB-RM201   ·   Unit 2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Cleaning and Preparing Data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Finding what is wrong with a real dataset — impossible values, duplicates, inconsistent categories — and building the derived variables the analysis actually needs, all as a script you can rerun.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Screen every variable for implausible and out-of-range values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Detect and resolve duplicate records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Recode, collapse and reverse-score variables correctly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Compute derived variables such as BMI and scale totals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whether an outlier is an error or a real observation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cleaning reproducible by scripting it rather than editing cells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First look at a new dataset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dimensions against expectation: does the row count match the number of questionnaires?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Run a frequency table for every categorical variable and a min/max for every continuous one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summary(dat) then table(dat$sex, useNA = "ifany") for each factor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SPSS: Analyze &gt; Descriptive Statistics &gt; Frequencies, ticking Minimum and Maximum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Look for categories that should not exist — a sex coded 3, an education level of 7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First look at a new dataset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Look for values at the boundaries: an age of 0, a blood pressure of 999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Impossible, implausible and duplicate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Impossible: outside the physically possible range — a diastolic BP of 400, a date of birth in the future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Implausible: possible but unlikely enough to warrant checking — a 3-year-old with three children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Cross-variable checks catch what single-variable checks miss: pregnant men, ages inconsistent with dates of birth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Duplicates may be exact (entered twice) or partial (same participant, two IDs)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Impossible, implausible and duplicate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for duplicates on the identifier and on a combination of key fields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Resolve against the paper form where possible; where not, document the decision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Return to the source before you "correct" anything. A value that looks impossible is sometimes a real and interesting observation, and sometimes a data entry slip — and only the original form tells you which.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Recoding and deriving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Collapse categories only with a reason, and state it: small cell counts, or a clinically meaningful threshold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Reverse-score negatively worded items before summing a scale, or the total is meaningless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a 1-5 item, the reversed value is 6 minus the original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Compute scale totals only when the required number of items is present, and say how you handled partial scales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Recoding and deriving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Derived variables get their own names and codebook entries — never overwrite the source variable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BMI in R: dat$bmi &lt;- dat$weight_kg / (dat$height_m)^2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Banding continuous variables loses information; do it for presentation, not for the primary analysis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Outliers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outlier is an observation far from the others; it is not automatically an error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Detect with boxplots, standardised scores beyond about ±3, or simply sorting the variable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first whether it is plausible: a systolic BP of 210 is high but real; 2100 is a typing slip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it is an error and the true value is recoverable, correct it and document 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it is a genuine extreme value, keep it — and report a sensitivity analysis with and without it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Outliers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Deleting inconvenient observations because they weaken a result is data manipulation, not cleaning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Doing it reproducibly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Every change goes in a script: R, SPSS syntax, or Stata do-file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Point-and-click cleaning cannot be checked, cannot be rerun, and cannot be corrected when you find a mistake at step three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the script: read raw, clean, derive, save analysis dataset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overwrite the raw file; write a separate cleaned file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a running count so you can report how many records were excluded and why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Doing it reproducibly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Rerunning the whole script from raw data should reproduce the analysis dataset exactly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Six checks that catch most entry errors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district survey of 600 households arrives as a clean-looking CSV. Before analysing anything, it needs screening.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Dimensions: nrow(dat) should be 600. It is 603 — three extra rows.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Duplicates: sum(duplicated(dat$id)) returns 3. The same households were entered twice.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Ranges: summary(dat$age_years) shows a maximum of 199. A typing slip for 19 or 99.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Categories: table(dat$edu) shows a level 7 that the codebook does not define.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Cross-variable: sum(dat$sex == 1 &amp; dat$pregnant == 1) returns 2 pregnant men.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Missing codes: min(dat$income) is -99, so the missing code was imported as a real value and every mean is wrong.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outlier that was real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a study of hypertension, one participant has a systolic pressure of 218 mmHg. It sits far above the rest and weakens the association the student expected. They ask whether to remove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First: is it possible? 218 mmHg is high but entirely attainable, and this is a hypertension study.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Second: check the source. The paper form says 218, recorded twice, with a note that the patient was referred.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it is not an error. It is precisely the kind of participant the study exists to capture.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Removing it because it weakens the finding would be data manipulation, not cleaning.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it, and run the analysis with and without it as a sensitivity check.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both: "excluding the participant with SBP 218, the association was 4.1 mmHg (95% CI 0.8 to 7.4) rather than 5.2".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Range check — Verifying every value of a variable falls within its permitted minimum and maximum.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Cross-variable check — Testing that combinations of values are logically consistent with each other.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Reverse scoring — Inverting negatively worded items so that all items on a scale point the same way.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Derived variable — A new variable computed from existing ones, such as BMI or a scale total.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Outlier — An observation distant from the rest of the distribution; an error or a genuine extreme.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Sensitivity analysis — Repeating an analysis under a different assumption to see whether the conclusion holds.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are given a dataset of 600 records. Write down the checks you would run before analysing anything — list them variable by variable, including at least three cross-variable checks. Then write the R or SPSS syntax for two of them.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ICBB-RM201 — Unit 2: Cleaning and Preparing Data</dc:title>
  <dc:subject>Quantitative Data Analysis</dc:subject>
  <dc:creator>Jesse Anak</dc:creator>
  <cp:lastModifiedBy>Jesse Anak</cp:lastModifiedBy>
  <cp:revision>1</cp:revision>
  <dcterms:created xsi:type="dcterms:W3CDTF">2026-08-19T18:49:01Z</dcterms:created>
  <dcterms:modified xsi:type="dcterms:W3CDTF">2026-08-19T18:49:01Z</dcterms:modified>
</cp:coreProperties>
</file>