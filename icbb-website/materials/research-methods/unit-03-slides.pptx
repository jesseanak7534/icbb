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3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Literature Review</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a literature review is for, the main types and when each is appropriate, and how to build one that argues rather than merely lists.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the four functions a literature review performs in a research project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narrative, scoping, systematic, rapid and integrative reviews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the review type appropriate to your purpose and resources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Organise a review thematically rather than source by source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a synthesis matrix to move from reading to argument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the review is for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establish what is already known, so you do not repeat settled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locate and justify the gap your study will fill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inform your method — which designs, instruments and measures others found workable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supply the framework against which you will later interpret your own findings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review is an argument leading to your question, not a catalogue of everything published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Narrative review — broad, expert overview; flexible but vulnerable to selection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Scoping review — maps the extent and nature of evidence and identifies gaps; ideal when a field is new or heterogeneous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review — answers a focused question using a pre-registered protocol and exhaustive search; the highest standard, and the most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Rapid review — systematic methods with deliberate, documented shortcuts, used under time pressure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review type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If your purpose 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Use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Typical effort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Introduce a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Narrative or integrative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4-8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Map an emerging or scattered field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Scoping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3-6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Answer a focused effectiveness question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6-12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Pool effect estimates numerically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 with meta-analysis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9-18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Inform an urgent policy decision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Rapid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4-12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Define the scope first: concepts, populations, date range, languages and study types, with a reason for each limit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Search systematically even for a narrative review — record databases, terms and dates so the search can be repeated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Screen in two passes: title and abstract, then full text against explicit criteria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Reading the matrix down the columns rather than across the rows is what turns reading into synthesis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Organise the written review by theme, debate or chronology of ideas — never by author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Not all evidence carries equal weight; state how you judged quality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Evidence hierarchies place systematic reviews and randomised trials above cohort, case-control and cross-sectional designs for effectiveness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Hierarchies apply to questions of effectiveness, not to questions of meaning or experience — a qualitative study is not "low quality" evidence for how patients understand illness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 a structured tool: CASP checklists, the Newcastle-Ottawa Scale, or Cochrane Risk of Bias 2</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Watch for predatory journals — check indexing, editorial board, and whether the publisher appears in DOAJ or on Cabells lists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Note conflicts of interest and funding sources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Listing rather than synthesising — the "annotated bibliography" review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Relying only on what is freely available, producing a review biased towards open-access journals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Citing abstracts without reading the full paper, and repeating a misreading from a secondary source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Ignoring evidence that contradicts your position, which reviewers will notice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Reviewing only recent work and losing the origin of a debate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Letting the review stop when data collection begins — it must be updated before submission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Turning five papers into one paragraph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read five studies on adherence to hypertension medication and has written five paragraphs, one per study, each beginning with an author name.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Build a matrix: rows are the five studies, columns are design, setting, sample, adherence measure and main finding.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the "adherence measure" column shows three used self-report and two used pill counts.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"main finding" shows the self-report studies all report higher adherence than the pill-count studies.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comparison is the paragraph: "Reported adherence varies with how it was measured, with self-report consistently higher than objective measures (refs) — a pattern that complicates comparison across settings."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sentence in that paragraph has an author as its subject. The studies are evidence for a claim, not the topic of the writing.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review your timeline can survive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with nine months until submission proposes "a systematic review and meta-analysis of interventions to reduce malaria in under-fives across sub-Saharan Africa".</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proper systematic review needs a protocol, two independent screeners, dual data extraction and risk-of-bias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question would return several thousand records to screen at title and abstract.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is working alone, so the second screener does not exist — and without one it is not a systematic review by PRISMA standards.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scoping review of the same area is defensible, achievable solo, and still publishable.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Alternatively, narrow the question hard: one intervention, one age band, one country — which can make a systematic review feasible.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Synthesis matrix — A table with studies as rows and themes or attributes as columns, used to compare across sources rather than summarise each in turn.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Scoping review — A structured review that maps the extent, range and nature of evidence on a topic and identifies gaps.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Grey literature — Material outside commercial publishing — theses, government and NGO reports, working papers, conference abstracts.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Publication bias — The tendency for studies with positive or significant results to be published more often, distorting the apparent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Predatory journal — A journal charging publication fees while providing little or no genuine peer review or editorial service.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3: The Literature Review</dc:title>
  <dc:subject>Research Methods: Quantitative &amp; Qualitative Design</dc:subject>
  <dc:creator>Jesse Anak</dc:creator>
  <cp:lastModifiedBy>Jesse Anak</cp:lastModifiedBy>
  <cp:revision>1</cp:revision>
  <dcterms:created xsi:type="dcterms:W3CDTF">2026-08-19T19:25:09Z</dcterms:created>
  <dcterms:modified xsi:type="dcterms:W3CDTF">2026-08-19T19:25:09Z</dcterms:modified>
</cp:coreProperties>
</file>