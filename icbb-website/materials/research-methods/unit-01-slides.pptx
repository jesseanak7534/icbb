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Foundations of Research</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separates research from other ways of knowing, the main types of research, and the philosophical positions that quietly shape every methodological choice you will make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Define research and distinguish it from opinion, audit and routine reporting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Classify research by purpose, approach and time dimension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the difference between positivist, interpretivist and pragmatic paradigms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Trace how a paradigm constrains the designs available to you</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the stages of the research process end to end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Research is systematic, planned enquiry that produces evidence capable of being checked by someone else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features distinguish it: a clear question, a documented method, and conclusions that follow from the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summarising what others said, confirming an opinion you already hold, or collecting data because it is available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purpose: exploratory (what is going on here?), descriptive (what is the pattern?), explanatory (why does it happen?), evaluative (did it work?)</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approach: quantitative (numbers, measurement, statistical inference), qualitative (meaning, context, interpretation), mixed methods (both, deliberately integrated)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time: cross-sectional (a snapshot), longitudinal (repeated over time), retrospective (looking back), prospective (following forward)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setting: laboratory, field, clinical, desk-based or secondary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application: basic (extends knowledge) versus applied (solves a defined problem)</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asks what reality is: a single objective reality, or multiple realities constructed by participants?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asks how we can know it: by measuring from the outside, or by interpreting from within?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Positivism assumes an objective reality that can be measured — it leads naturally to experiments, surveys and statistical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Pragmatism asks what works for the question at hand, and is the usual justification for mixed methods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a problem worth solving and confirm it is not already solved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Review the literature and locate the gap precisely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question, aims, objectives and (if quantitative)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 design, population, sample and instruments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Collect, manage and analyse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Interpret against the literature, then report and disseminate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process is iterative in practice — the literature review continues until you submit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Audit or research? The same data, two different studies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hospital notices that 1 in 5 women who book antenatal care never return for a second visit. The medical director asks a midwife to "look into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compares the return rate against the national target of 4+ visits, that is audit — the standard already exists and she is measuring compliance.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asks why women do not return, and the answer is not already known, that is research.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same appointment records serve both. What separates them is the question, not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research version needs ethical approval, a sampling strategy and a defined method; the audit does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could do both: audit to establish the size of the problem, then research to explain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When the paradigm and the method do not match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master's student writes that she takes an interpretivist position because "reality is socially constructed". Her method section then describes a 40-item Likert questionnaire administered to 300 nurses, analysed with chi-square tests.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Interpretivism treats meaning as constructed and context-specific, so it points towards interviews or observation.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fixed-response questionnaire assumes the researcher already knows the categories that matter — a positivist assumption.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Neither choice is wrong on its own. The problem is that they contradict each other in one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Two honest fixes: keep the survey and state a post-positivist position, or keep interpretivism and switch to interviews.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third option is a genuine mixed methods design, but then the integration has to be planned, not implied.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Paradigm — A set of shared assumptions about the nature of reality and how it can be known, which shapes what counts as legitimate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 Assumptions about the nature of reality — whether it is single and objective, or multiple and constructed.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 Assumptions about what knowledge is and how it can legitimately be acquired.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Applied research — Research directed at solving an identified practical problem.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In pairs, take a recent paper from your own field. Identify its purpose, approach, time dimension and implied paradigm. Then argue whether the design actually matches the paradigm the authors claim.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1: Foundations of Research</dc:title>
  <dc:subject>Research Methods: Quantitative &amp; Qualitative Design</dc:subject>
  <dc:creator>Jesse Anak</dc:creator>
  <cp:lastModifiedBy>Jesse Anak</cp:lastModifiedBy>
  <cp:revision>1</cp:revision>
  <dcterms:created xsi:type="dcterms:W3CDTF">2026-08-19T19:25:09Z</dcterms:created>
  <dcterms:modified xsi:type="dcterms:W3CDTF">2026-08-19T19:25:09Z</dcterms:modified>
</cp:coreProperties>
</file>