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4: Literature Databases, Searching and Reference Management
Duration: 150 minutes
Objectives:
- Select appropriate databases for a given topic and justify the choice
- Construct a Boolean search using controlled vocabulary and field tags
- Use MeSH terms, truncation, phrase searching and proximity operators
- Balance sensitivity against precision and explain the trade-off
- Document a search so that another researcher can reproduce it exactly
- Set up Zotero or Mendeley and generate a formatted bibliography automatically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Search concepts, never sentences. And a search you cannot reproduce next month, because you did not record it, is not a method — it is a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Truncate at the point where the stem is still unambiguous, then look at what you actually retrieved. Wildcards are not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4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Literature Databases, Searching and Reference Management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databases that matter, how to build a search that is both sensitive and precise, how to document it for PRISMA, and how to manage references so the bibliography is never done by hand.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Select appropriate databases for a given topic and justify the choice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a Boolean search using controlled vocabulary and field tags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MeSH terms, truncation, phrase searching and proximity operators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Balance sensitivity against precision and explain the trade-off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 a search so that another researcher can reproduce it exactly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Zotero or Mendeley and generate a formatted bibliography automatically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databases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PubMed / MEDLINE — biomedical and life sciences; free; indexed with MeSH controlled vocabulary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Scopus and Web of Science — large multidisciplinary citation databases; subscription; best for citation tracking and bibliometrics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Cochrane Library — controlled trials and systematic reviews; essential for effectiveness questions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CINAHL — nursing and allied health; EMBASE — stronger European and pharmacological coverage than PubMed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major databases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PsycINFO — psychology and behavioural sciences; ERIC — education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African Journals Online (AJOL) — the largest collection of African-published scholarship, poorly covered by the big indexes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Google Scholar — very broad and useful for finding grey literature and chasing citations, but the algorithm is opaque and results are not reproducible, so it should supplement rather than replace a structured search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For work on African populations, searching only PubMed and Scopus will systematically miss regionally published evidence. AJOL, national journal portals and institutional repositories are not optional extras here.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search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Break the question into concepts — usually the P, I/E and O of PICO; do not search the whole question as a sentence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each concept, gather synonyms, spelling variants, abbreviations and older terminology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Combine synonyms within a concept using OR; combine concepts using AND; use NOT sparingly, as it discards relevant records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Truncation: malari* retrieves malaria, malarial, malariae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Phrase searching: "mobile money" keeps the words adjacent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search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Field tags restrict where a term is searched, e.g. [tiab] for title and abstract in PubMed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Proximity operators (NEAR, W/n, ADJn) find terms near each other and vary by database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Controlled vocabulary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is the National Library of Medicine's controlled vocabulary; each PubMed record is tagged by indexers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Searching a MeSH term retrieves records regardless of the authors' wording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Explosion automatically includes narrower terms beneath a heading in the tree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Major topic restricts to records where the concept is a main focus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indexing lags publication, so very recent papers are found only by free-text terms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Controlled vocabulary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reliable strategy combines both: MeSH OR free-text, for each concept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Emtree in EMBASE and CINAHL Headings serve the same purpose in their databases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Sensitivity versus precision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Goal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Strategy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Cost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 sensitivity (systematic review)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Many synonyms, truncation, explode MeSH, no limits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Thousands of records to screen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 precision (quick scoping)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Few terms, major topic, title field, recent years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Relevant studies will be missed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Balanced (thesis chapter)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MeSH OR free-text per concept, sensible date limit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Manageable; state the limits used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Documenting the search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for each database: its name, the platform, the date searched, the full strategy line by line, and the number of records returned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date matters because databases change daily and the search must be reproducible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screening with a PRISMA flow diagram: identified, duplicates removed, screened, excluded with reasons, included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the exclusion reasons — reviewers ask for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Documenting the search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Save the strategy in the database's own account feature and export it, rather than retyping later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email alerts so new hits arrive during your fieldwork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Reference management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Zotero — free and open source, excellent browser capture, best default for most researchers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Mendeley — free, good PDF annotation, owned by Elsevier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EndNote — paid, common in institutions with a site licence, strong for very large libraries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 three insert citations into Word or LibreOffice and reformat the entire bibliography when you change style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Deduplicate on import, and fix metadata at import time — a wrong year propagates into every citation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Reference management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collections per chapter and tags per theme; attach the PDF and your notes to the record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up the library, and sync it — a lost reference library near submission is a genuine disaster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type a bibliography by hand: it wastes days and introduces errors that examiners do notice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Set your citation style once at the beginning. Switching from APA to Vancouver later is a single dropdown in the reference manager, and a week of manual work without 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a PubMed search line by 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question is whether community health worker home visits reduce childhood malaria in rural Ghana. Typing the whole sentence into PubMed returns almost nothing useful.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Split into concepts: (1) community health workers, (2) home visits, (3) malaria in children.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1: "Community Health Workers"[Mesh] OR community health worker*[tiab] OR CHW[tiab] OR "village health volunteer*"[tiab]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2: "House Calls"[Mesh] OR home visit*[tiab] OR domiciliary[tiab]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 3: "Malaria"[Mesh] AND ("Child"[Mesh] OR child*[tiab] OR under-five*[tiab])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Combine: #1 AND #2 AND #3. Record the date, the number of hits and the exact strings.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Then rerun the concepts in AJOL and Google Scholar — the Ghanaian and regional literature is thin in PubMed and you will otherwise miss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truncation actually costs you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researcher searches nurs* expecting to capture nurse, nurses and nursing. The result set balloons and is full of irrelevant records.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nurs* also matches nursery, nurseries and nursed, none of which are wanted.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Truncating too early is the usual cause: nurs* cuts before the stem is distinctive.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nurse* OR nursing captures what is needed without the nursery records.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the effect: run both and compare the hit counts and a sample of titles.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Where a database offers it, a field tag narrows further — nurse*[tiab] rather than a free-text search of the whole record.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MeSH — Medical Subject Headings — the controlled vocabulary used to index MEDLINE and PubMed records.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Boolean operators — AND, OR and NOT, used to combine search concepts.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Truncation — A wildcard symbol (usually *) retrieving all word endings from a common stem.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Sensitivity — The proportion of all relevant records that a search retrieves.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Precision — The proportion of retrieved records that are actually relevant.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PRISMA flow diagram — The standard figure reporting how records moved from identification through screening to inclusion.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Grey literature — Reports, theses and working papers published outside commercial channels and often outside major indexes.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full PubMed strategy for your own question. Produce at least two concepts, each with MeSH and free-text synonyms combined by OR, then joined by AND. Record the date and the number of hits. Import the first twenty results into Zotero and generate a bibliography in APA, then switch it to Vancouver.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4: Literature Databases, Searching and Reference Management</dc:title>
  <dc:subject>Research Methods: Quantitative &amp; Qualitative Design</dc:subject>
  <dc:creator>Jesse Anak</dc:creator>
  <cp:lastModifiedBy>Jesse Anak</cp:lastModifiedBy>
  <cp:revision>1</cp:revision>
  <dcterms:created xsi:type="dcterms:W3CDTF">2026-08-19T07:53:50Z</dcterms:created>
  <dcterms:modified xsi:type="dcterms:W3CDTF">2026-08-19T07:53:50Z</dcterms:modified>
</cp:coreProperties>
</file>