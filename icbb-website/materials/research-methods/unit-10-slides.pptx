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Unit 10: Writing the Proposal, Rigour and Dissemination
Duration: 120 minutes
Objectives:
- Structure a research proposal to the standard expected by committees and funders
- Write a methods section detailed enough to be reproduced
- Build a realistic timeline and budget
- State limitations honestly without undermining the study
- Plan a data management strategy
- Design a dissemination plan that reaches participants and decision makers, not only journals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these at the start, and return to them at the end of the unit.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point: A good limitation names the threat, its direction, and what you did about it. Examiners reward the researcher who saw the problem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point: Build the schedule backwards from the deadline and put the dependencies in a Gantt chart. Most overruns are visible at proposal stage to anyone who does the arithmetic.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Allow 10-15 minutes, then take feedback from two or three pairs.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BB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90288"/>
            <a:ext cx="8010144" cy="10973"/>
          </a:xfrm>
          <a:prstGeom prst="rect">
            <a:avLst/>
          </a:prstGeom>
          <a:solidFill>
            <a:srgbClr val="D8D3C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38000"/>
          </a:blip>
          <a:stretch>
            <a:fillRect/>
          </a:stretch>
        </p:blipFill>
        <p:spPr>
          <a:xfrm>
            <a:off x="7973568" y="4709160"/>
            <a:ext cx="566928" cy="37490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BB_TITLE">
    <p:bg>
      <p:bgPr>
        <a:solidFill>
          <a:srgbClr val="132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481328"/>
            <a:ext cx="1051560" cy="25603"/>
          </a:xfrm>
          <a:prstGeom prst="rect">
            <a:avLst/>
          </a:prstGeom>
          <a:solidFill>
            <a:srgbClr val="9A6A3C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45000"/>
          </a:blip>
          <a:stretch>
            <a:fillRect/>
          </a:stretch>
        </p:blipFill>
        <p:spPr>
          <a:xfrm>
            <a:off x="7863840" y="4315968"/>
            <a:ext cx="676656" cy="448056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024128"/>
            <a:ext cx="6766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spc="240" kern="0" dirty="0">
                <a:solidFill>
                  <a:srgbClr val="C8A67B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ICBB-RM101   ·   Unit 10 of 10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85800" y="1700784"/>
            <a:ext cx="685800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300" dirty="0">
                <a:solidFill>
                  <a:srgbClr val="FFFFFF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Writing the Proposal, Rigour and Dissemination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85800" y="3127248"/>
            <a:ext cx="6309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B9C2CB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Assembling everything into a proposal that will be approved and funded, building in rigour rather than claiming it, and planning how findings will reach the people who can act on them.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85800" y="440740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spc="120" kern="0" dirty="0">
                <a:solidFill>
                  <a:srgbClr val="8894A0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Jesse Anak   ·   ICBB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What you will be able to do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Structure a research proposal to the standard expected by committees and funders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Write a methods section detailed enough to be reproduced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Build a realistic timeline and budget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State limitations honestly without undermining the study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Plan a data management strategy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Design a dissemination plan that reaches participants and decision makers, not only journals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Proposal structure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Title — specific, informative, usually naming design, population and setting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Abstract — written last, covering background, aim, methods, expected outcomes; respect the word limit exactly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Introduction and background — the problem, its magnitude, and the gap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Literature review — the argument leading to your question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Aim, objectives, research questions and hypotheses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Proposal structure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Methodology — design, setting, population, sampling, sample size, instruments, procedures, analysis plan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Ethical considerations — approvals sought, consent, confidentiality, risk mitigation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Timeline, budget, references, appendices with instruments and consent forms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Reviewers commonly read the aim, then jump to sampling, sample size and analysis — those must survive isolated scrutiny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The methods section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 test is reproducibility: could a competent stranger repeat this from what you wrote?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Specify inclusion and exclusion criteria at the level of the individual participant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State the sample size calculation with every input, not just the result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Name the statistical tests against each objective, and say how missing data and confounding will be handled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Pre-specify the analysis plan; deciding tests after seeing the data invites accusations of p-hacking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The methods section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For qualitative work, state the analytic approach, who will code, and how disagreements will be resolved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Use the relevant reporting checklist while writing rather than afterwards: CONSORT for trials, STROBE for observational studies, COREQ or SRQR for qualitative work, PRISMA for reviews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In practice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64208"/>
            <a:ext cx="8010144" cy="2395728"/>
          </a:xfrm>
          <a:prstGeom prst="rect">
            <a:avLst/>
          </a:prstGeom>
          <a:solidFill>
            <a:srgbClr val="F6F4F0"/>
          </a:solidFill>
          <a:ln/>
        </p:spPr>
      </p:sp>
      <p:sp>
        <p:nvSpPr>
          <p:cNvPr id="6" name="Text 4"/>
          <p:cNvSpPr/>
          <p:nvPr/>
        </p:nvSpPr>
        <p:spPr>
          <a:xfrm>
            <a:off x="932688" y="1847088"/>
            <a:ext cx="7278624" cy="2029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600" i="1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Reporting checklists are usually treated as a publication chore. Used at the proposal stage they function as a design checklist, and they surface the omissions reviewers would have found later.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Timeline, budget and feasibility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Build the timeline backwards from the deadline, and add contingency — ethical approval alone commonly takes one to three months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 Gantt chart makes dependencies visible: recruitment cannot begin before approval, analysis cannot begin before data cleaning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Budget lines typically include personnel, transport, materials, participant compensation, data collection tools, software, transcription and translation, dissemination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Timeline, budget and feasibility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Transcription is routinely underestimated — an hour of interview takes roughly four to six hours to transcribe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Justify every line; unexplained round numbers attract scrutiny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State what you will do if recruitment is slower than planned — reviewers ask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Rigour and limitations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Rigour is designed in, not asserted at the end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Quantitative: adequate power, valid instruments, control of confounding, pre-specified analysis, appropriate handling of missing data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Qualitative: audit trail, reflexivity, triangulation, thick description, transparent coding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Limitations should name the threat, its likely direction, and what you did to reduce it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Rigour and limitations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"Time and financial constraints" is not a limitation; a convenience sample that may over-represent urban, literate respondents is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Do not list limitations so severe they undermine the study — if one does, redesign rather than disclose and proceed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Data management and dissemination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 data management plan states what data are collected, how stored, who has access, how backed up, how long retained and what is shared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Follow the 3-2-1 rule: three copies, two media, one off-site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Version your files by date and never overwrite raw data — all cleaning happens in a script or a documented copy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FAIR principles — Findable, Accessible, Interoperable, Reusable — increasingly required by funders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Data management and dissemination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Dissemination should reach participants and their communities, not only journals: policy briefs, community feedback meetings, radio, professional bodies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Feeding results back to the community that provided them is an ethical obligation, and it is what makes the next study possible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Plan dissemination in the proposal, and budget for it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10  ·  WORKED EXAMPLE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A limitations section that earns marks instead of losing them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645920"/>
            <a:ext cx="801014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i="1" dirty="0">
                <a:solidFill>
                  <a:srgbClr val="5F6B76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A student writes: "Limitations included time and financial constraints, and a small sample size. More research is needed."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86384" y="2523744"/>
            <a:ext cx="74066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Time and money are constraints on the researcher, not limitations of the evidence — they tell the reader nothing.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"Small sample" is unquantified: small relative to what, and with what consequence?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Name the specific threat: the sample came from one urban clinic.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State the likely direction: urban patients are more literate and closer to care, so adherence is probably overestimated.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State the mitigation: findings are presented as applying to urban facility attenders, not to the district population.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Rewritten: "Recruitment from a single urban clinic likely over-represents literate, higher-income patients and probably overstates adherence; results should be read as applying to urban facility attenders."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10  ·  WORKED EXAMPLE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Building the timeline backwards from the deadline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645920"/>
            <a:ext cx="801014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i="1" dirty="0">
                <a:solidFill>
                  <a:srgbClr val="5F6B76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A student has 12 months and plans: "Months 1-2 proposal, 3-8 data collection, 9-10 analysis, 11-12 writing." It is already unrealistic.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86384" y="2523744"/>
            <a:ext cx="74066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Ethical approval commonly takes 1-3 months and cannot start until the proposal is finished — so fieldwork cannot begin in month 3.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For 20 interviews at 1 hour each, transcription alone is 80-120 hours of work, which is weeks not days.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Analysis cannot begin until cleaning is done, and cleaning always takes longer than planned.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Supervisors need time to read: allow two weeks per full draft, and expect at least three drafts.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Working backwards from submission: writing 3 months, analysis 2, transcription 1, fieldwork 3, approval 2, proposal 1 — that is 12 with no contingency.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So either reduce scope now, or accept the plan will slip.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Key terms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Gantt chart — A bar chart showing project activities against time, making dependencies and overlaps visible.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STROBE — The reporting checklist for observational epidemiological studies.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COREQ — The 32-item reporting checklist for qualitative interview and focus group research.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Data management plan — A document specifying how data will be collected, stored, protected, retained and shared.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Key terms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FAIR principles — Findable, Accessible, Interoperable, Reusable — standards for research data stewardship.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p-hacking — Trying analyses until a significant result appears, then reporting only that one.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Policy brief — A short, non-technical summary of findings and recommendations aimed at decision makers.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024128"/>
            <a:ext cx="6766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spc="240" kern="0" dirty="0">
                <a:solidFill>
                  <a:srgbClr val="C8A67B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Over to you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85800" y="1700784"/>
            <a:ext cx="6858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Activity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85800" y="2487168"/>
            <a:ext cx="69494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450" dirty="0">
                <a:solidFill>
                  <a:srgbClr val="C4CCD4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Assemble a two-page proposal skeleton for your own study: title, aim, three objectives, design, sampling and sample size, analysis plan, and three limitations each stating direction and mitigation. Exchange with a partner and mark it against the relevant reporting checklist.</a:t>
            </a:r>
            <a:endParaRPr lang="en-US" sz="1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onstant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orbe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Institute of Computational Biology and Bioinformatics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ICBB-RM101 — Unit 10: Writing the Proposal, Rigour and Dissemination</dc:title>
  <dc:subject>Research Methods: Quantitative &amp; Qualitative Design</dc:subject>
  <dc:creator>Jesse Anak</dc:creator>
  <cp:lastModifiedBy>Jesse Anak</cp:lastModifiedBy>
  <cp:revision>1</cp:revision>
  <dcterms:created xsi:type="dcterms:W3CDTF">2026-08-19T19:25:10Z</dcterms:created>
  <dcterms:modified xsi:type="dcterms:W3CDTF">2026-08-19T19:25:10Z</dcterms:modified>
</cp:coreProperties>
</file>